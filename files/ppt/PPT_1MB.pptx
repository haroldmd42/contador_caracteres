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0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1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7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7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9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7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7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5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8135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51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3112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09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36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9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666D2-7092-46FB-BDF5-B898DC74C30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2F6B01-49C9-4DAD-944C-CA8079A68C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3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P0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0</Words>
  <Application>Microsoft Office PowerPoint</Application>
  <PresentationFormat>Panorámica</PresentationFormat>
  <Paragraphs>0</Paragraphs>
  <Slides>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Muñoz Dominguez</dc:creator>
  <cp:lastModifiedBy>Harold Muñoz Dominguez</cp:lastModifiedBy>
  <cp:revision>2</cp:revision>
  <dcterms:created xsi:type="dcterms:W3CDTF">2026-03-12T21:57:13Z</dcterms:created>
  <dcterms:modified xsi:type="dcterms:W3CDTF">2026-03-12T22:07:21Z</dcterms:modified>
</cp:coreProperties>
</file>