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9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2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0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6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1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9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23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1741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27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4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33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3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5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6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ump It _ Multi Anime [AMV Contest Winner]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865" cy="6858000"/>
          </a:xfrm>
        </p:spPr>
      </p:pic>
    </p:spTree>
    <p:extLst>
      <p:ext uri="{BB962C8B-B14F-4D97-AF65-F5344CB8AC3E}">
        <p14:creationId xmlns:p14="http://schemas.microsoft.com/office/powerpoint/2010/main" val="170460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0</Words>
  <Application>Microsoft Office PowerPoint</Application>
  <PresentationFormat>Panorámica</PresentationFormat>
  <Paragraphs>0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Muñoz Dominguez</dc:creator>
  <cp:lastModifiedBy>Harold Muñoz Dominguez</cp:lastModifiedBy>
  <cp:revision>5</cp:revision>
  <dcterms:created xsi:type="dcterms:W3CDTF">2026-03-12T22:11:42Z</dcterms:created>
  <dcterms:modified xsi:type="dcterms:W3CDTF">2026-08-05T14:42:08Z</dcterms:modified>
</cp:coreProperties>
</file>