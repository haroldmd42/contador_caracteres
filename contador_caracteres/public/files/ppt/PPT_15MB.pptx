
<file path=[Content_Types].xml><?xml version="1.0" encoding="utf-8"?>
<Types xmlns="http://schemas.openxmlformats.org/package/2006/content-types">
  <Default Extension="png" ContentType="image/png"/>
  <Default Extension="aac" ContentType="audio/aac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3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9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2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0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68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2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6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9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11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9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47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23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1741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27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46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33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33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57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A812198-4693-413B-A66D-215DAB379AE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98C94-58EA-4A40-B59A-78B3968AF2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6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aac"/><Relationship Id="rId1" Type="http://schemas.microsoft.com/office/2007/relationships/media" Target="../media/media2.aac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4314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22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8048531"/>
          </a:xfrm>
        </p:spPr>
      </p:pic>
    </p:spTree>
    <p:extLst>
      <p:ext uri="{BB962C8B-B14F-4D97-AF65-F5344CB8AC3E}">
        <p14:creationId xmlns:p14="http://schemas.microsoft.com/office/powerpoint/2010/main" val="100921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46" y="-1808343"/>
            <a:ext cx="10909426" cy="19465838"/>
          </a:xfrm>
        </p:spPr>
      </p:pic>
    </p:spTree>
    <p:extLst>
      <p:ext uri="{BB962C8B-B14F-4D97-AF65-F5344CB8AC3E}">
        <p14:creationId xmlns:p14="http://schemas.microsoft.com/office/powerpoint/2010/main" val="3055411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video_prueba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"/>
            <a:ext cx="12192000" cy="6857513"/>
          </a:xfrm>
        </p:spPr>
      </p:pic>
    </p:spTree>
    <p:extLst>
      <p:ext uri="{BB962C8B-B14F-4D97-AF65-F5344CB8AC3E}">
        <p14:creationId xmlns:p14="http://schemas.microsoft.com/office/powerpoint/2010/main" val="390359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AAC dos minutos">
            <a:hlinkClick r:id="" action="ppaction://media"/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72088" y="3844925"/>
            <a:ext cx="609600" cy="609600"/>
          </a:xfrm>
        </p:spPr>
      </p:pic>
    </p:spTree>
    <p:extLst>
      <p:ext uri="{BB962C8B-B14F-4D97-AF65-F5344CB8AC3E}">
        <p14:creationId xmlns:p14="http://schemas.microsoft.com/office/powerpoint/2010/main" val="1207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5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0</Words>
  <Application>Microsoft Office PowerPoint</Application>
  <PresentationFormat>Panorámica</PresentationFormat>
  <Paragraphs>0</Paragraphs>
  <Slides>6</Slides>
  <Notes>0</Notes>
  <HiddenSlides>0</HiddenSlides>
  <MMClips>2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Muñoz Dominguez</dc:creator>
  <cp:lastModifiedBy>Harold Muñoz Dominguez</cp:lastModifiedBy>
  <cp:revision>16</cp:revision>
  <dcterms:created xsi:type="dcterms:W3CDTF">2026-03-12T22:11:42Z</dcterms:created>
  <dcterms:modified xsi:type="dcterms:W3CDTF">2026-08-05T14:56:21Z</dcterms:modified>
</cp:coreProperties>
</file>